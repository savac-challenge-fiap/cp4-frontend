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U7nqttLQpP8OUwD5KyEgKeDTG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7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+ Black">
  <p:cSld name="Logo + Black">
    <p:bg>
      <p:bgPr>
        <a:solidFill>
          <a:srgbClr val="1A1C1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abeçalho da Seção">
  <p:cSld name="1_Cabeçalho da Seçã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sz="3600" b="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2" name="Google Shape;2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9"/>
          <p:cNvSpPr txBox="1">
            <a:spLocks noGrp="1"/>
          </p:cNvSpPr>
          <p:nvPr>
            <p:ph type="body" idx="2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 b="1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9"/>
          <p:cNvSpPr txBox="1"/>
          <p:nvPr/>
        </p:nvSpPr>
        <p:spPr>
          <a:xfrm>
            <a:off x="219075" y="6088030"/>
            <a:ext cx="3384737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</a:t>
            </a:r>
            <a:fld id="{D8805D3E-109A-4518-A750-C52CFBE7D28F}" type="datetimeyyyy">
              <a:rPr lang="pt-BR" sz="2000" b="0" i="0" u="none" strike="noStrike" cap="none" smtClean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</a:t>
            </a:fld>
            <a:r>
              <a:rPr lang="pt-BR" sz="20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/ versão 1</a:t>
            </a:r>
            <a:endParaRPr sz="20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ogo + Black">
  <p:cSld name="1_Logo + Black">
    <p:bg>
      <p:bgPr>
        <a:solidFill>
          <a:srgbClr val="1A1C1E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1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body" idx="1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8" name="Google Shape;3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>
  <p:cSld name="Cabeçalho da Seção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2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12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sz="4800" b="1" i="0" u="none" strike="noStrike" cap="non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>
  <p:cSld name="1_Título e Conteúdo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lucasss-professor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>
            <a:spLocks noGrp="1"/>
          </p:cNvSpPr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8" name="Google Shape;58;p2"/>
          <p:cNvSpPr txBox="1">
            <a:spLocks noGrp="1"/>
          </p:cNvSpPr>
          <p:nvPr>
            <p:ph type="body" idx="1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Front-end Design</a:t>
            </a:r>
            <a:endParaRPr/>
          </a:p>
        </p:txBody>
      </p:sp>
      <p:sp>
        <p:nvSpPr>
          <p:cNvPr id="59" name="Google Shape;59;p2"/>
          <p:cNvSpPr txBox="1">
            <a:spLocks noGrp="1"/>
          </p:cNvSpPr>
          <p:nvPr>
            <p:ph type="body" idx="2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0" name="Google Shape;60;p2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</a:pPr>
            <a:r>
              <a:rPr lang="pt-BR"/>
              <a:t>1. Check-Point 04</a:t>
            </a:r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E-commerce EcoTrend</a:t>
            </a:r>
            <a:endParaRPr/>
          </a:p>
        </p:txBody>
      </p:sp>
      <p:sp>
        <p:nvSpPr>
          <p:cNvPr id="72" name="Google Shape;72;p4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38198" y="1373505"/>
            <a:ext cx="10515600" cy="5312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pt-BR" sz="21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Descrição:</a:t>
            </a:r>
            <a:r>
              <a:rPr lang="pt-BR" sz="2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 Um e-commerce especializado em produtos sustentáveis e ecológicos, focado em promover um estilo de vida mais consciente e sustentável.</a:t>
            </a:r>
            <a:endParaRPr/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Tipos de produtos:</a:t>
            </a:r>
            <a:endParaRPr/>
          </a:p>
          <a:p>
            <a:pPr marL="903288" marR="0" lvl="8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85"/>
              <a:buFont typeface="Arial"/>
              <a:buChar char="•"/>
            </a:pPr>
            <a:r>
              <a:rPr lang="pt-BR" sz="2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Roupas e acessórios sustentáveis;</a:t>
            </a:r>
            <a:endParaRPr/>
          </a:p>
          <a:p>
            <a:pPr marL="903288" marR="0" lvl="8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85"/>
              <a:buFont typeface="Arial"/>
              <a:buChar char="•"/>
            </a:pPr>
            <a:r>
              <a:rPr lang="pt-BR" sz="2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Produtos de beleza e cuidados pessoais naturais;</a:t>
            </a:r>
            <a:endParaRPr sz="2100" b="0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3288" marR="0" lvl="8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85"/>
              <a:buFont typeface="Arial"/>
              <a:buChar char="•"/>
            </a:pPr>
            <a:r>
              <a:rPr lang="pt-BR" sz="2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Itens para casa sustentáveis;</a:t>
            </a:r>
            <a:endParaRPr/>
          </a:p>
          <a:p>
            <a:pPr marL="903288" marR="0" lvl="8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85"/>
              <a:buFont typeface="Arial"/>
              <a:buChar char="•"/>
            </a:pPr>
            <a:r>
              <a:rPr lang="pt-BR" sz="21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Tecnologia verde.</a:t>
            </a:r>
            <a:endParaRPr/>
          </a:p>
          <a:p>
            <a:pPr marL="0" marR="0" lvl="8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Objetivo: Desenvolver uma interface responsiva de um e-commerce especializado em produtos sustentáveis, utilizando HTML, CSS, Grid Layout, e Bootstrap.</a:t>
            </a:r>
            <a:endParaRPr sz="2100" b="0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1" indent="-76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endParaRPr sz="2100" b="0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endParaRPr sz="21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Componentes do Projeto</a:t>
            </a:r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36323" y="1361713"/>
            <a:ext cx="10823368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1. Página Inicial (Home):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Header:</a:t>
            </a: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Barra de navegação com logo, menu, e ícone de carrinho.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Banner:</a:t>
            </a: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Um carrossel (usando Bootstrap) que destaque as promoções e produtos em destaque.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Seções de Produtos:</a:t>
            </a: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Grid de produtos organizados em categorias (ex: Roupas, Beleza, Casa, etc.), com uso de cartões do Bootstrap.</a:t>
            </a:r>
            <a:br>
              <a:rPr lang="pt-BR" sz="1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2. Página de Categorias: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- Lista de produtos em um layout de grid, onde cada produto tem imagem, nome, preço e botão "Adicionar ao Carrinho".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- Filtros laterais (usando colunas de Bootstrap) para filtrar por preço, tipo de produto, e marca.</a:t>
            </a:r>
            <a:endParaRPr sz="1850" b="0" i="0" u="none" strike="noStrike" cap="non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3. Página de Detalhes do Produto: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Exibição de informações detalhadas do produto (imagem em destaque, descrição, preço, etc.).</a:t>
            </a:r>
            <a:br>
              <a:rPr lang="pt-BR" sz="1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4. Página de Contato: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Formulário de contato estilizado com Bootstrap, contendo campos como nome, email, assunto e mensagem.</a:t>
            </a:r>
            <a:br>
              <a:rPr lang="pt-BR" sz="1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5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5. Footer: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Informações de rodapé, como links para redes sociais, informações de contato e políticas da loja.</a:t>
            </a:r>
            <a:endParaRPr sz="1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5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Tarefas de Desenvolvimento</a:t>
            </a: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838199" y="1361713"/>
            <a:ext cx="10621491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Estruturação de Grid:</a:t>
            </a:r>
            <a:r>
              <a:rPr lang="pt-BR" sz="2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Organizar as seções e componentes em uma estrutura de grid utilizando CSS Grid e Bootstrap.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Responsividade:</a:t>
            </a:r>
            <a:r>
              <a:rPr lang="pt-BR" sz="2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Garantir que o layout seja responsivo para diferentes tamanhos de tela, ajustando grids, margens, e tamanhos de fonte conforme necessário.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Uso de Componentes do Bootstrap:</a:t>
            </a:r>
            <a:r>
              <a:rPr lang="pt-BR" sz="2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Aplicar componentes como cards, carrosseis, e formulários de Bootstrap para facilitar o desenvolvimento e manter uma aparência coesa.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Estilização Personalizada:</a:t>
            </a:r>
            <a:r>
              <a:rPr lang="pt-BR" sz="2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Sobrescrever estilos do Bootstrap para personalizar a aparência do site, mantendo uma identidade visual única para a loja.</a:t>
            </a:r>
            <a:endParaRPr sz="2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Ferramentas</a:t>
            </a:r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911860" y="1412875"/>
            <a:ext cx="10394315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Bootstrap: </a:t>
            </a:r>
            <a:r>
              <a:rPr lang="pt-BR" sz="24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Framework CSS para desenvolvimento web responsivo.</a:t>
            </a:r>
            <a:endParaRPr/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Font Awesome: </a:t>
            </a:r>
            <a:r>
              <a:rPr lang="pt-BR" sz="24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Biblioteca de ícones para web.</a:t>
            </a:r>
            <a:endParaRPr/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Google Fonts: </a:t>
            </a:r>
            <a:r>
              <a:rPr lang="pt-BR" sz="2400" b="0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Biblioteca de fontes gratuitas.</a:t>
            </a:r>
            <a:endParaRPr sz="2400" b="0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Entrega</a:t>
            </a:r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838200" y="1401000"/>
            <a:ext cx="10541760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Formato esperado: 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página final carregada no servidor, com acesso a partir da web (GitHub Pages, </a:t>
            </a:r>
            <a:r>
              <a:rPr lang="pt-BR" sz="2400" b="0" i="0" u="none" strike="noStrike" cap="none" dirty="0" err="1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Vercel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, etc.).</a:t>
            </a:r>
            <a:endParaRPr dirty="0"/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Vídeo </a:t>
            </a:r>
            <a:r>
              <a:rPr lang="pt-BR" sz="2400" b="1" dirty="0">
                <a:solidFill>
                  <a:srgbClr val="171616"/>
                </a:solidFill>
              </a:rPr>
              <a:t>(opcional - não avaliativo)</a:t>
            </a: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gravar um vídeo mostrando a aplicação finalizada, postar no Linkedin e marcar o professor ;) </a:t>
            </a:r>
            <a:r>
              <a:rPr lang="pt-BR" sz="2400" b="0" i="0" u="sng" strike="noStrike" cap="none" dirty="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</a:t>
            </a:r>
            <a:r>
              <a:rPr lang="pt-BR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</a:t>
            </a:r>
            <a:r>
              <a:rPr lang="pt-BR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a descrição da aplicação.</a:t>
            </a:r>
            <a:endParaRPr sz="2400" b="0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Grupo de até 5 pessoas! </a:t>
            </a:r>
            <a:r>
              <a:rPr lang="pt-BR" sz="2400" b="1" dirty="0">
                <a:solidFill>
                  <a:srgbClr val="FF0000"/>
                </a:solidFill>
              </a:rPr>
              <a:t>Indiquem os nomes dos integrantes.</a:t>
            </a:r>
            <a:endParaRPr sz="2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Entregar link do Pages e repositório no Teams.</a:t>
            </a:r>
            <a:endParaRPr sz="2400" b="0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Copyright © </a:t>
            </a:r>
            <a:fld id="{0C8B78D8-30D1-4055-8F48-E0EE4B212DAB}" type="datetimeyyyy">
              <a:rPr lang="pt-BR" smtClean="0">
                <a:latin typeface="Arial"/>
                <a:ea typeface="Arial"/>
                <a:cs typeface="Arial"/>
                <a:sym typeface="Arial"/>
              </a:rPr>
              <a:t>2026</a:t>
            </a:fld>
            <a:br>
              <a:rPr lang="pt-BR" dirty="0">
                <a:latin typeface="Arial"/>
                <a:ea typeface="Arial"/>
                <a:cs typeface="Arial"/>
                <a:sym typeface="Arial"/>
              </a:rPr>
            </a:br>
            <a:r>
              <a:rPr lang="pt-BR" dirty="0"/>
              <a:t>Prof. Lucas Sousa</a:t>
            </a:r>
            <a:endParaRPr dirty="0"/>
          </a:p>
        </p:txBody>
      </p:sp>
      <p:sp>
        <p:nvSpPr>
          <p:cNvPr id="107" name="Google Shape;107;p6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757F0F9C670748B460D8BCFC8AAA19" ma:contentTypeVersion="4" ma:contentTypeDescription="Crie um novo documento." ma:contentTypeScope="" ma:versionID="533549fa8912145094c337490fa5e8fd">
  <xsd:schema xmlns:xsd="http://www.w3.org/2001/XMLSchema" xmlns:xs="http://www.w3.org/2001/XMLSchema" xmlns:p="http://schemas.microsoft.com/office/2006/metadata/properties" xmlns:ns2="3ed47182-330b-45b2-8689-b487837c743f" targetNamespace="http://schemas.microsoft.com/office/2006/metadata/properties" ma:root="true" ma:fieldsID="cfe2db9e0da65d906c10cc86b561fec4" ns2:_="">
    <xsd:import namespace="3ed47182-330b-45b2-8689-b487837c743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d47182-330b-45b2-8689-b487837c743f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3ed47182-330b-45b2-8689-b487837c743f" xsi:nil="true"/>
  </documentManagement>
</p:properties>
</file>

<file path=customXml/itemProps1.xml><?xml version="1.0" encoding="utf-8"?>
<ds:datastoreItem xmlns:ds="http://schemas.openxmlformats.org/officeDocument/2006/customXml" ds:itemID="{B49EB80A-E497-44D9-BA82-89EA86BBB824}"/>
</file>

<file path=customXml/itemProps2.xml><?xml version="1.0" encoding="utf-8"?>
<ds:datastoreItem xmlns:ds="http://schemas.openxmlformats.org/officeDocument/2006/customXml" ds:itemID="{AEC09A70-A54A-47FD-9DBF-7E50C98D44F2}"/>
</file>

<file path=customXml/itemProps3.xml><?xml version="1.0" encoding="utf-8"?>
<ds:datastoreItem xmlns:ds="http://schemas.openxmlformats.org/officeDocument/2006/customXml" ds:itemID="{6FAC3112-1200-47F5-9AFC-7B897D1B5DC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Microsoft Office PowerPoint</Application>
  <PresentationFormat>Widescreen</PresentationFormat>
  <Paragraphs>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Personalizar design</vt:lpstr>
      <vt:lpstr>PowerPoint Presentation</vt:lpstr>
      <vt:lpstr>Engenharia de Software</vt:lpstr>
      <vt:lpstr>1. Check-Point 04</vt:lpstr>
      <vt:lpstr>E-commerce EcoTrend</vt:lpstr>
      <vt:lpstr>Componentes do Projeto</vt:lpstr>
      <vt:lpstr>Tarefas de Desenvolvimento</vt:lpstr>
      <vt:lpstr>Ferramentas</vt:lpstr>
      <vt:lpstr>Entrega</vt:lpstr>
      <vt:lpstr>Copyright © 2026 Prof. Lucas Sousa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Fernando Oberleitner Lima</dc:creator>
  <cp:lastModifiedBy>Laboratório FIAP</cp:lastModifiedBy>
  <cp:revision>1</cp:revision>
  <dcterms:created xsi:type="dcterms:W3CDTF">2024-03-15T13:51:00Z</dcterms:created>
  <dcterms:modified xsi:type="dcterms:W3CDTF">2026-08-25T00:39:14Z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1046-12.2.0.16731</vt:lpwstr>
  </property>
  <property fmtid="{D5CDD505-2E9C-101B-9397-08002B2CF9AE}" pid="4" name="ContentTypeId">
    <vt:lpwstr>0x01010001757F0F9C670748B460D8BCFC8AAA19</vt:lpwstr>
  </property>
  <property fmtid="{D5CDD505-2E9C-101B-9397-08002B2CF9AE}" pid="5" name="Order">
    <vt:r8>8000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